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8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433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18288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2C39A"/>
                </a:solidFill>
              </a:rPr>
              <a:t>ANALYTICS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Website Performance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BDD1"/>
                </a:solidFill>
              </a:rPr>
              <a:t>Understanding traffic patterns, channel effectiveness,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BDD1"/>
                </a:solidFill>
              </a:rPr>
              <a:t>and engagement insights across your digital presence.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12801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2025  ·  Digital Analytics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What is Website Performance Analysis?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Website performance analysis is the process of tracking, measuring, and interpreting how users find and interact with a website. It answers key questions about traffic sources, user behavior, and content effectiveness — enabling data-driven decisions that improve reach and engagement.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965960" cy="2377440"/>
          </a:xfrm>
          <a:prstGeom prst="rect">
            <a:avLst/>
          </a:prstGeom>
          <a:solidFill>
            <a:srgbClr val="E8F4F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11680"/>
            <a:ext cx="54864" cy="2377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762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A"/>
                </a:solidFill>
              </a:rPr>
              <a:t>Sessions &amp; Users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Track how many people visit your site, how often, and whether traffic is growing or declining over time.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2011680"/>
            <a:ext cx="1965960" cy="2377440"/>
          </a:xfrm>
          <a:prstGeom prst="rect">
            <a:avLst/>
          </a:prstGeom>
          <a:solidFill>
            <a:srgbClr val="E8F4F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2011680"/>
            <a:ext cx="54864" cy="2377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715768" y="21762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15768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A"/>
                </a:solidFill>
              </a:rPr>
              <a:t>Traffic Channels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15768" y="30175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Identify which sources — organic search, social, direct, referral — drive the most visitors and where to invest.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2011680"/>
            <a:ext cx="1965960" cy="2377440"/>
          </a:xfrm>
          <a:prstGeom prst="rect">
            <a:avLst/>
          </a:prstGeom>
          <a:solidFill>
            <a:srgbClr val="E8F4F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2011680"/>
            <a:ext cx="54864" cy="2377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21762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91456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A"/>
                </a:solidFill>
              </a:rPr>
              <a:t>Engagement Metrics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91456" y="30175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Measure how deeply users interact via engagement rate, average session time, and pages per session.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2011680"/>
            <a:ext cx="1965960" cy="2377440"/>
          </a:xfrm>
          <a:prstGeom prst="rect">
            <a:avLst/>
          </a:prstGeom>
          <a:solidFill>
            <a:srgbClr val="E8F4F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2011680"/>
            <a:ext cx="54864" cy="2377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4" y="21762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67144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A"/>
                </a:solidFill>
              </a:rPr>
              <a:t>Temporal Patterns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67144" y="30175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Pinpoint the days and hours when each channel peaks so campaigns and content are timed for maximum impact.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502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Key Analysis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Part 1 of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20574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0BDD1"/>
                </a:solidFill>
              </a:rPr>
              <a:t>These questions guide our investigation into traffic patterns, channel performance, and content engagement across all digital sources.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9624" y="292608"/>
            <a:ext cx="5065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What patterns or trends can you observe in website sessions and users over time?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950976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252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9624" y="1225296"/>
            <a:ext cx="5065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Which marketing channel brought the highest number of users to the website, and how can we use this insight to improve traffic from other sources?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883664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15798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9624" y="2157984"/>
            <a:ext cx="5065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Which channel has the highest average engagement time, and what does that tell us about user behavior and content effectiveness?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7560" y="281635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30906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9624" y="3090672"/>
            <a:ext cx="5065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How does engagement rate vary across different traffic channels?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3749040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502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Key Analysis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Part 2 of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20574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0BDD1"/>
                </a:solidFill>
              </a:rPr>
              <a:t>These final questions focus on timing, channel-level engagement depth, and the relationship between traffic volume and quality.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9624" y="384048"/>
            <a:ext cx="5065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Which channels are driving more engaged sessions compared to non-engaged ones, and what strategies can improve engagement in underperforming channels?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088136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624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9624" y="1362456"/>
            <a:ext cx="5065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At what hours of the day does each channel drive the most traffic?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2066544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3408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9624" y="2340864"/>
            <a:ext cx="5065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Is there any correlation between high traffic (sessions) and high engagement rate over time?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7560" y="304495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8587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4206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365</Words>
  <Application>Microsoft Office PowerPoint</Application>
  <PresentationFormat>On-screen Show (16:9)</PresentationFormat>
  <Paragraphs>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Performance Analysis</dc:title>
  <dc:subject>PptxGenJS Presentation</dc:subject>
  <dc:creator>PptxGenJS</dc:creator>
  <cp:lastModifiedBy>srujanchintu18@outlook.com</cp:lastModifiedBy>
  <cp:revision>2</cp:revision>
  <dcterms:created xsi:type="dcterms:W3CDTF">2026-05-19T04:16:10Z</dcterms:created>
  <dcterms:modified xsi:type="dcterms:W3CDTF">2026-05-19T04:24:28Z</dcterms:modified>
</cp:coreProperties>
</file>